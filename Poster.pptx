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636" y="-177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37078"/>
              </p:ext>
            </p:extLst>
          </p:nvPr>
        </p:nvGraphicFramePr>
        <p:xfrm>
          <a:off x="71979" y="2356347"/>
          <a:ext cx="3890421" cy="3811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Hệ thống được xây dựng nhằm giám sát chất lượng nước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trong mô hình thủy canh thông minh.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Các cảm biến pH, độ đục, mực nước và lưu lượng nước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được sử dụng để thu thập dữ liệu môi trường theo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thời gian thực.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Dữ liệu được truyền về Dashboard Web thông qua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ESP8266 và được lưu trữ trên Blockchain Ethereum</a:t>
                      </a:r>
                    </a:p>
                    <a:p>
                      <a:pPr lvl="0" algn="l"/>
                      <a:r>
                        <a:rPr lang="vi-VN" sz="900" dirty="0">
                          <a:latin typeface="+mn-lt"/>
                          <a:cs typeface="Arial" panose="020B0604020202020204" pitchFamily="34" charset="0"/>
                        </a:rPr>
                        <a:t>nhằm đảm bảo tính minh bạch và toàn vẹn dữ liệu.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lvl="0" algn="l"/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7779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lvl="0" algn="l"/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24332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1200" b="1" dirty="0">
                    <a:solidFill>
                      <a:schemeClr val="accent2"/>
                    </a:solidFill>
                  </a:rPr>
                  <a:t>HỆ THỐNG GIÁM SÁT THỦY CANH THÔNG MINH ỨNG DỤNG IOT VÀ BLOCKCHAIN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 err="1"/>
                  <a:t>Lò</a:t>
                </a:r>
                <a:r>
                  <a:rPr lang="en-US" sz="799" b="1" dirty="0"/>
                  <a:t> Đức Mạnh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44311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334624"/>
              </p:ext>
            </p:extLst>
          </p:nvPr>
        </p:nvGraphicFramePr>
        <p:xfrm>
          <a:off x="4027950" y="8068432"/>
          <a:ext cx="278941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vi-VN" sz="1000" dirty="0">
                          <a:latin typeface="+mn-lt"/>
                          <a:cs typeface="Arial" panose="020B0604020202020204" pitchFamily="34" charset="0"/>
                        </a:rPr>
                        <a:t>• Tích hợp AI dự đoán chất lượng nước.</a:t>
                      </a:r>
                    </a:p>
                    <a:p>
                      <a:r>
                        <a:rPr lang="vi-VN" sz="1000" dirty="0">
                          <a:latin typeface="+mn-lt"/>
                          <a:cs typeface="Arial" panose="020B0604020202020204" pitchFamily="34" charset="0"/>
                        </a:rPr>
                        <a:t>• Tự động tối ưu thời gian tưới dựa trên dữ liệu cảm biến.</a:t>
                      </a:r>
                    </a:p>
                    <a:p>
                      <a:r>
                        <a:rPr lang="vi-VN" sz="1000" dirty="0">
                          <a:latin typeface="+mn-lt"/>
                          <a:cs typeface="Arial" panose="020B0604020202020204" pitchFamily="34" charset="0"/>
                        </a:rPr>
                        <a:t>• Gửi cảnh báo qua ứng dụng điện thoại khi phát hiện bất thường.</a:t>
                      </a:r>
                    </a:p>
                    <a:p>
                      <a:r>
                        <a:rPr lang="vi-VN" sz="1000" dirty="0">
                          <a:latin typeface="+mn-lt"/>
                          <a:cs typeface="Arial" panose="020B0604020202020204" pitchFamily="34" charset="0"/>
                        </a:rPr>
                        <a:t>• Lưu trữ dữ liệu trên nền tảng Cloud.</a:t>
                      </a:r>
                    </a:p>
                    <a:p>
                      <a:r>
                        <a:rPr lang="vi-VN" sz="1000" dirty="0">
                          <a:latin typeface="+mn-lt"/>
                          <a:cs typeface="Arial" panose="020B0604020202020204" pitchFamily="34" charset="0"/>
                        </a:rPr>
                        <a:t>• Hỗ trợ nhiều khu vực thủy canh trong cùng một hệ thống.</a:t>
                      </a:r>
                    </a:p>
                    <a:p>
                      <a:endParaRPr lang="vi-VN" sz="1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ED825D8-BADF-296A-8DAD-DFF8BE434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7950" y="2895810"/>
            <a:ext cx="2789417" cy="14261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69A6C0-3F07-8FFB-CFAC-0DAC24FA09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3" y="4054111"/>
            <a:ext cx="3851364" cy="1363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F1A8D7-6DAC-02AE-E154-AAEEEE21F0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3" y="5707378"/>
            <a:ext cx="3851364" cy="19740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241801-173D-DA6C-181A-DC29222A8B42}"/>
              </a:ext>
            </a:extLst>
          </p:cNvPr>
          <p:cNvSpPr txBox="1"/>
          <p:nvPr/>
        </p:nvSpPr>
        <p:spPr>
          <a:xfrm>
            <a:off x="1235345" y="5372430"/>
            <a:ext cx="1812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Hình</a:t>
            </a:r>
            <a:r>
              <a:rPr lang="en-US" sz="900" dirty="0"/>
              <a:t> 1: Giao </a:t>
            </a:r>
            <a:r>
              <a:rPr lang="en-US" sz="900" dirty="0" err="1"/>
              <a:t>diện</a:t>
            </a:r>
            <a:r>
              <a:rPr lang="en-US" sz="900" dirty="0"/>
              <a:t> Dashboard</a:t>
            </a:r>
            <a:endParaRPr lang="en-GB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7BB266-D69D-4AFF-E444-6785A65CA830}"/>
              </a:ext>
            </a:extLst>
          </p:cNvPr>
          <p:cNvSpPr txBox="1"/>
          <p:nvPr/>
        </p:nvSpPr>
        <p:spPr>
          <a:xfrm>
            <a:off x="1065413" y="7691599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Hình</a:t>
            </a:r>
            <a:r>
              <a:rPr lang="en-US" sz="900" dirty="0"/>
              <a:t> 2: </a:t>
            </a:r>
            <a:r>
              <a:rPr lang="en-US" sz="900" dirty="0" err="1"/>
              <a:t>Thực</a:t>
            </a:r>
            <a:r>
              <a:rPr lang="en-US" sz="900" dirty="0"/>
              <a:t> </a:t>
            </a:r>
            <a:r>
              <a:rPr lang="en-US" sz="900" dirty="0" err="1"/>
              <a:t>hiện</a:t>
            </a:r>
            <a:r>
              <a:rPr lang="en-US" sz="900" dirty="0"/>
              <a:t> </a:t>
            </a:r>
            <a:r>
              <a:rPr lang="en-US" sz="900" dirty="0" err="1"/>
              <a:t>lưu</a:t>
            </a:r>
            <a:r>
              <a:rPr lang="en-US" sz="900" dirty="0"/>
              <a:t> </a:t>
            </a:r>
            <a:r>
              <a:rPr lang="en-US" sz="900" dirty="0" err="1"/>
              <a:t>vào</a:t>
            </a:r>
            <a:r>
              <a:rPr lang="en-US" sz="900" dirty="0"/>
              <a:t> </a:t>
            </a:r>
            <a:r>
              <a:rPr lang="en-US" sz="900" dirty="0" err="1"/>
              <a:t>metamask</a:t>
            </a:r>
            <a:endParaRPr lang="en-GB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0F8B84-8E3E-4341-D0F6-C685DF968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8" y="7980195"/>
            <a:ext cx="3829389" cy="16066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38CB467-F3FA-58C6-31AB-5C4E1E51E5AB}"/>
              </a:ext>
            </a:extLst>
          </p:cNvPr>
          <p:cNvSpPr txBox="1"/>
          <p:nvPr/>
        </p:nvSpPr>
        <p:spPr>
          <a:xfrm>
            <a:off x="1003960" y="9595741"/>
            <a:ext cx="2194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Hình</a:t>
            </a:r>
            <a:r>
              <a:rPr lang="en-US" sz="900" dirty="0"/>
              <a:t> 3: Lưu </a:t>
            </a:r>
            <a:r>
              <a:rPr lang="en-US" sz="900" dirty="0" err="1"/>
              <a:t>trữ</a:t>
            </a:r>
            <a:r>
              <a:rPr lang="en-US" sz="900" dirty="0"/>
              <a:t> </a:t>
            </a:r>
            <a:r>
              <a:rPr lang="en-US" sz="900" dirty="0" err="1"/>
              <a:t>trên</a:t>
            </a:r>
            <a:r>
              <a:rPr lang="en-US" sz="900" dirty="0"/>
              <a:t> Blockchain </a:t>
            </a:r>
            <a:r>
              <a:rPr lang="en-US" sz="900" dirty="0" err="1"/>
              <a:t>thành</a:t>
            </a:r>
            <a:r>
              <a:rPr lang="en-US" sz="900" dirty="0"/>
              <a:t> </a:t>
            </a:r>
            <a:r>
              <a:rPr lang="en-US" sz="900" dirty="0" err="1"/>
              <a:t>công</a:t>
            </a:r>
            <a:endParaRPr lang="en-GB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E36E580-38D1-C794-F91D-702DC9B617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247" y="4902175"/>
            <a:ext cx="2629681" cy="168681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5DE1B10-B69B-3720-F371-ACC93D9BD5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9" y="6878478"/>
            <a:ext cx="708575" cy="70857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7E4A909-90A6-7DAE-075E-3FA4E8D32C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812" y="1257272"/>
            <a:ext cx="708575" cy="70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797</TotalTime>
  <Words>223</Words>
  <Application>Microsoft Office PowerPoint</Application>
  <PresentationFormat>A4 Paper (210x297 mm)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Mạnh Đức</cp:lastModifiedBy>
  <cp:revision>99</cp:revision>
  <dcterms:created xsi:type="dcterms:W3CDTF">2023-07-02T07:57:15Z</dcterms:created>
  <dcterms:modified xsi:type="dcterms:W3CDTF">2026-06-04T07:08:16Z</dcterms:modified>
</cp:coreProperties>
</file>